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D4A3C"/>
                </a:solidFill>
              </a:defRPr>
            </a:pPr>
            <a:r>
              <a:t>💸 CeloRemit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10B981"/>
                </a:solidFill>
              </a:defRPr>
            </a:pPr>
            <a:r>
              <a:t>AI-Powered Intent-Based Remittance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Making cross-border payments as simple as sending a text message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D4A3C"/>
                </a:solidFill>
              </a:defRPr>
            </a:pPr>
            <a:r>
              <a:t>❌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/>
            </a:pPr>
            <a:r>
              <a:t>• High Costs: Traditional systems charge 5-10% in fees, consuming significant portions of remittances sent by low-income families</a:t>
            </a:r>
          </a:p>
          <a:p>
            <a:pPr>
              <a:spcBef>
                <a:spcPts val="1200"/>
              </a:spcBef>
              <a:defRPr sz="2000"/>
            </a:pPr>
            <a:r>
              <a:t>• Slow Processing: Transfers take 3-5 business days, leaving recipients waiting when funds are urgently needed</a:t>
            </a:r>
          </a:p>
          <a:p>
            <a:pPr>
              <a:spcBef>
                <a:spcPts val="1200"/>
              </a:spcBef>
              <a:defRPr sz="2000"/>
            </a:pPr>
            <a:r>
              <a:t>• Complex UX: Users must navigate complex forms, currency conversions, and banking systems</a:t>
            </a:r>
          </a:p>
          <a:p>
            <a:pPr>
              <a:spcBef>
                <a:spcPts val="1200"/>
              </a:spcBef>
              <a:defRPr sz="2000"/>
            </a:pPr>
            <a:r>
              <a:t>• Limited Access: Many recipients in developing countries lack traditional banking infrastructure</a:t>
            </a:r>
          </a:p>
          <a:p>
            <a:pPr>
              <a:spcBef>
                <a:spcPts val="1200"/>
              </a:spcBef>
              <a:defRPr sz="2000"/>
            </a:pPr>
            <a:r>
              <a:t>• Lack of Transparency: Hidden fees and unclear exchange rates make it difficult to know the true cost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Impact: Millions of families lose billions annually to high fees and delays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D4A3C"/>
                </a:solidFill>
              </a:defRPr>
            </a:pPr>
            <a:r>
              <a:t>✅ 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0B981"/>
                </a:solidFill>
              </a:defRPr>
            </a:pPr>
            <a:r>
              <a:t>CeloRemit: AI + Blockchain = Simple Remittances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D4A3C"/>
                </a:solidFill>
              </a:defRPr>
            </a:pPr>
            <a:r>
              <a:t>🤖 AI-Powered Parsing</a:t>
            </a:r>
          </a:p>
          <a:p>
            <a:pPr>
              <a:spcBef>
                <a:spcPts val="600"/>
              </a:spcBef>
              <a:defRPr sz="1400"/>
            </a:pPr>
            <a:r>
              <a:t>Users describe transfers in plain English - 'Send $50 to my mom in Philippines'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64592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D4A3C"/>
                </a:solidFill>
              </a:defRPr>
            </a:pPr>
            <a:r>
              <a:t>⚡ Instant Transfers</a:t>
            </a:r>
          </a:p>
          <a:p>
            <a:pPr>
              <a:spcBef>
                <a:spcPts val="600"/>
              </a:spcBef>
              <a:defRPr sz="1400"/>
            </a:pPr>
            <a:r>
              <a:t>Complete in seconds with fees under 1% via Celo blockchain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D4A3C"/>
                </a:solidFill>
              </a:defRPr>
            </a:pPr>
            <a:r>
              <a:t>🌍 15 Stablecoins</a:t>
            </a:r>
          </a:p>
          <a:p>
            <a:pPr>
              <a:spcBef>
                <a:spcPts val="600"/>
              </a:spcBef>
              <a:defRPr sz="1400"/>
            </a:pPr>
            <a:r>
              <a:t>Support across 4 continents with direct currency transfers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10896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D4A3C"/>
                </a:solidFill>
              </a:defRPr>
            </a:pPr>
            <a:r>
              <a:t>🔐 Privacy-First</a:t>
            </a:r>
          </a:p>
          <a:p>
            <a:pPr>
              <a:spcBef>
                <a:spcPts val="600"/>
              </a:spcBef>
              <a:defRPr sz="1400"/>
            </a:pPr>
            <a:r>
              <a:t>Self Protocol integration for identity verification without data storage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D4A3C"/>
                </a:solidFill>
              </a:defRPr>
            </a:pPr>
            <a:r>
              <a:t>🌟 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/>
            </a:pPr>
            <a:r>
              <a:t>• 🤖 Natural Language Processing: AI parses user intent from plain English</a:t>
            </a:r>
          </a:p>
          <a:p>
            <a:pPr>
              <a:spcBef>
                <a:spcPts val="1200"/>
              </a:spcBef>
              <a:defRPr sz="2000"/>
            </a:pPr>
            <a:r>
              <a:t>• 🌍 15 Mento Stablecoins: cUSD, cEUR, cKES, PUSO, cREAL, cCOP, eXOF, and more</a:t>
            </a:r>
          </a:p>
          <a:p>
            <a:pPr>
              <a:spcBef>
                <a:spcPts val="1200"/>
              </a:spcBef>
              <a:defRPr sz="2000"/>
            </a:pPr>
            <a:r>
              <a:t>• 📱 Farcaster Mini App: Native social experience within Warpcast</a:t>
            </a:r>
          </a:p>
          <a:p>
            <a:pPr>
              <a:spcBef>
                <a:spcPts val="1200"/>
              </a:spcBef>
              <a:defRPr sz="2000"/>
            </a:pPr>
            <a:r>
              <a:t>• ⚡ Instant FX: Real-time currency conversion via Mento</a:t>
            </a:r>
          </a:p>
          <a:p>
            <a:pPr>
              <a:spcBef>
                <a:spcPts val="1200"/>
              </a:spcBef>
              <a:defRPr sz="2000"/>
            </a:pPr>
            <a:r>
              <a:t>• 💰 Low Fees: Under 1% total cost vs 5-10% traditional</a:t>
            </a:r>
          </a:p>
          <a:p>
            <a:pPr>
              <a:spcBef>
                <a:spcPts val="1200"/>
              </a:spcBef>
              <a:defRPr sz="2000"/>
            </a:pPr>
            <a:r>
              <a:t>• 🔒 Secure: Blockchain-based with smart contract execution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D4A3C"/>
                </a:solidFill>
              </a:defRPr>
            </a:pPr>
            <a:r>
              <a:t>🎯 Our 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>
                <a:solidFill>
                  <a:srgbClr val="0D4A3C"/>
                </a:solidFill>
              </a:defRPr>
            </a:pPr>
            <a:r>
              <a:t>We are on a mission to democratize cross-border payments by making remittances as simple as sending a text message.</a:t>
            </a:r>
          </a:p>
          <a:p>
            <a:pPr>
              <a:spcAft>
                <a:spcPts val="2000"/>
              </a:spcAft>
              <a:defRPr sz="2000"/>
            </a:pPr>
            <a:r>
              <a:t>By combining AI, blockchain technology, and user-centric design, we're eliminating the complexity, cost, and delays that have plagued traditional remittance systems for decades.</a:t>
            </a:r>
          </a:p>
          <a:p>
            <a:pPr>
              <a:defRPr sz="2000">
                <a:solidFill>
                  <a:srgbClr val="10B981"/>
                </a:solidFill>
              </a:defRPr>
            </a:pPr>
            <a:r>
              <a:t>Our goal: Enable millions of people worldwide to send money to their loved ones instantly, affordably, and intuitively - because financial inclusion shouldn't require a finance degree.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D4A3C"/>
                </a:solidFill>
              </a:defRPr>
            </a:pPr>
            <a:r>
              <a:t>🌍 Location of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0B981"/>
                </a:solidFill>
              </a:defRPr>
            </a:pPr>
            <a:r>
              <a:t>Global Reach with Initial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D4A3C"/>
                </a:solidFill>
              </a:defRPr>
            </a:pPr>
            <a:r>
              <a:t>🌍 Africa</a:t>
            </a:r>
          </a:p>
          <a:p>
            <a:pPr>
              <a:spcBef>
                <a:spcPts val="600"/>
              </a:spcBef>
              <a:defRPr sz="1400"/>
            </a:pPr>
            <a:r>
              <a:t>Kenya, Nigeria, Ghana, South Africa, West Africa (CFA Franc zone)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64592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D4A3C"/>
                </a:solidFill>
              </a:defRPr>
            </a:pPr>
            <a:r>
              <a:t>🌏 Asia</a:t>
            </a:r>
          </a:p>
          <a:p>
            <a:pPr>
              <a:spcBef>
                <a:spcPts val="600"/>
              </a:spcBef>
              <a:defRPr sz="1400"/>
            </a:pPr>
            <a:r>
              <a:t>Philippines, Japan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D4A3C"/>
                </a:solidFill>
              </a:defRPr>
            </a:pPr>
            <a:r>
              <a:t>🌎 Americas</a:t>
            </a:r>
          </a:p>
          <a:p>
            <a:pPr>
              <a:spcBef>
                <a:spcPts val="600"/>
              </a:spcBef>
              <a:defRPr sz="1400"/>
            </a:pPr>
            <a:r>
              <a:t>Brazil, Colombia, United States, Canada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10896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D4A3C"/>
                </a:solidFill>
              </a:defRPr>
            </a:pPr>
            <a:r>
              <a:t>🌍 Europe</a:t>
            </a:r>
          </a:p>
          <a:p>
            <a:pPr>
              <a:spcBef>
                <a:spcPts val="600"/>
              </a:spcBef>
              <a:defRPr sz="1400"/>
            </a:pPr>
            <a:r>
              <a:t>European Union countries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D4A3C"/>
                </a:solidFill>
              </a:defRPr>
            </a:pPr>
            <a:r>
              <a:t>🏆 Track Eligibility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D4A3C"/>
                </a:solidFill>
              </a:defRPr>
            </a:pPr>
            <a:r>
              <a:t>✅ Mini App Track</a:t>
            </a:r>
          </a:p>
          <a:p>
            <a:pPr>
              <a:spcBef>
                <a:spcPts val="600"/>
              </a:spcBef>
              <a:defRPr sz="1400"/>
            </a:pPr>
            <a:r>
              <a:t>Farcaster Mini App integration with native social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18872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D4A3C"/>
                </a:solidFill>
              </a:defRPr>
            </a:pPr>
            <a:r>
              <a:t>✅ Self Protocol Track</a:t>
            </a:r>
          </a:p>
          <a:p>
            <a:pPr>
              <a:spcBef>
                <a:spcPts val="600"/>
              </a:spcBef>
              <a:defRPr sz="1400"/>
            </a:pPr>
            <a:r>
              <a:t>Privacy-preserving identity verification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D4A3C"/>
                </a:solidFill>
              </a:defRPr>
            </a:pPr>
            <a:r>
              <a:t>✅ Mento Track</a:t>
            </a:r>
          </a:p>
          <a:p>
            <a:pPr>
              <a:spcBef>
                <a:spcPts val="600"/>
              </a:spcBef>
              <a:defRPr sz="1400"/>
            </a:pPr>
            <a:r>
              <a:t>Uses all 15 Mento stablecoins for cross-border transfers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65176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D4A3C"/>
                </a:solidFill>
              </a:defRPr>
            </a:pPr>
            <a:r>
              <a:t>✅ Open Track</a:t>
            </a:r>
          </a:p>
          <a:p>
            <a:pPr>
              <a:spcBef>
                <a:spcPts val="600"/>
              </a:spcBef>
              <a:defRPr sz="1400"/>
            </a:pPr>
            <a:r>
              <a:t>Innovative AI-powered remittance 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D4A3C"/>
                </a:solidFill>
              </a:defRPr>
            </a:pPr>
            <a:r>
              <a:t>🛠️ Technical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/>
            </a:pPr>
            <a:r>
              <a:t>• Frontend: Next.js 14, React 18, TailwindCSS</a:t>
            </a:r>
          </a:p>
          <a:p>
            <a:pPr>
              <a:spcBef>
                <a:spcPts val="1200"/>
              </a:spcBef>
              <a:defRPr sz="2000"/>
            </a:pPr>
            <a:r>
              <a:t>• Blockchain: Wagmi, Viem, Celo Mainnet</a:t>
            </a:r>
          </a:p>
          <a:p>
            <a:pPr>
              <a:spcBef>
                <a:spcPts val="1200"/>
              </a:spcBef>
              <a:defRPr sz="2000"/>
            </a:pPr>
            <a:r>
              <a:t>• AI: OpenAI GPT-4o-mini for intent parsing</a:t>
            </a:r>
          </a:p>
          <a:p>
            <a:pPr>
              <a:spcBef>
                <a:spcPts val="1200"/>
              </a:spcBef>
              <a:defRPr sz="2000"/>
            </a:pPr>
            <a:r>
              <a:t>• Identity: Self Protocol (@selfxyz/qrcode)</a:t>
            </a:r>
          </a:p>
          <a:p>
            <a:pPr>
              <a:spcBef>
                <a:spcPts val="1200"/>
              </a:spcBef>
              <a:defRPr sz="2000"/>
            </a:pPr>
            <a:r>
              <a:t>• Mini App: @farcaster/miniapp-sdk</a:t>
            </a:r>
          </a:p>
          <a:p>
            <a:pPr>
              <a:spcBef>
                <a:spcPts val="1200"/>
              </a:spcBef>
              <a:defRPr sz="2000"/>
            </a:pPr>
            <a:r>
              <a:t>• Smart Contracts: Solidity, OpenZeppelin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🌐 Live: https://celoremit.vercel.app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